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0C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Impact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RIME-X Statistical Emulator  |  ISIMIP3b  |  MAGICC7 600-Member Ensemble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0723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RIME-X v1.0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30723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ISIMIP3b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301752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07238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Members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MAGICC Ensemble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0325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1950–2100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9776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40325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Indicators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Metrics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40325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Regions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States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301752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0" y="30632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Current Policies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HIGH &amp; LOW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SSP1-1.9 to SSP3-7.0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Phase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How RIME-X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37360" y="1024128"/>
            <a:ext cx="841248" cy="8412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024128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1956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GMT Ensemble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MAGICC7 members sample climate sensitivity (ECS 1.5–4.5°C). Constrained by observations to 2020, then diverge into wide uncertainty fan.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50208" y="274320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240" y="932688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024128"/>
            <a:ext cx="841248" cy="8412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024128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3400" y="1956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Quantile Maps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2377440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ISIMIP3b impact data binned by GMT warming level (1.0–6.6°C, 0.1°C steps, 101 quantiles). Built from 14 CMIP6 ESMs across 4 SSP scenarios.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99248" y="2743200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55280" y="932688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024128"/>
            <a:ext cx="841248" cy="8412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024128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92440" y="1956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Projection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38160" y="2377440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GMT sample, draw regional impact from quantile map. 5,000 Monte Carlo samples → full probability distribution 1950–2100.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19472"/>
            <a:ext cx="11247120" cy="1572768"/>
          </a:xfrm>
          <a:prstGeom prst="roundRect">
            <a:avLst>
              <a:gd name="adj" fmla="val 581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5010912"/>
            <a:ext cx="10972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Configuration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GMT: MAGICC7 · 600 ensemble members · CAT Current Policies HIGH &amp; LOW · baseline 1986–2005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55040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ISIMIP3b · 14 CMIP6 ESMs (CanESM5, GFDL-ESM4, MPI-ESM1-2-HR, UKESM1-0-LL, etc.) · 21-year running windows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75157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 17 German federal states + national average · Spatial weight: latitude-weighted area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9527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resolution: 57 warming levels (1.0–6.6°C) × 101 quantiles (0–1) per region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GMT Ensemble Spread — Why Uncertainty Grows After 2040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gmt_ensemble_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76809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21040" y="914400"/>
            <a:ext cx="3383280" cy="886968"/>
          </a:xfrm>
          <a:prstGeom prst="roundRect">
            <a:avLst>
              <a:gd name="adj" fmla="val 10309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21040" y="978408"/>
            <a:ext cx="3383280" cy="4878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0.054°C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21040" y="1411102"/>
            <a:ext cx="3383280" cy="354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2000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(obs-constrained)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321040" y="1874520"/>
            <a:ext cx="3383280" cy="886968"/>
          </a:xfrm>
          <a:prstGeom prst="roundRect">
            <a:avLst>
              <a:gd name="adj" fmla="val 10309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0" y="1938528"/>
            <a:ext cx="3383280" cy="4878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0.851°C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21040" y="2371222"/>
            <a:ext cx="3383280" cy="354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2040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(16× year-2000)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321040" y="2834640"/>
            <a:ext cx="3383280" cy="886968"/>
          </a:xfrm>
          <a:prstGeom prst="roundRect">
            <a:avLst>
              <a:gd name="adj" fmla="val 10309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21040" y="2898648"/>
            <a:ext cx="3383280" cy="4878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1.833°C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321040" y="3331342"/>
            <a:ext cx="3383280" cy="354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2075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 median signal)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21040" y="3794760"/>
            <a:ext cx="3383280" cy="886968"/>
          </a:xfrm>
          <a:prstGeom prst="roundRect">
            <a:avLst>
              <a:gd name="adj" fmla="val 10309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21040" y="3858768"/>
            <a:ext cx="3383280" cy="4878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2.347°C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321040" y="4291462"/>
            <a:ext cx="3383280" cy="354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2100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(exceeds median)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480060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4360" y="4892040"/>
            <a:ext cx="11018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Physical Reasons for Widening Uncertainty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5221224"/>
            <a:ext cx="110185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Sensitivity Uncertainty: 600 members span ECS 1.5°C–4.5°C. Historical obs constrain all members to 2020, then they diverge freely based on their ECS.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Cycle Feedbacks: Future CO₂ uptake by land/ocean uncertain. Permafrost thaw compounds warming after 2050. High-ECS members warm 2× more than low-ECS by 2100.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uncertainty: By 2075 spread (1.83°C) equals median warming (1.84°C). By 2100 spread (2.35°C) EXCEEDS median (2.27°C). Consistent with IPCC AR6 findings.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Impact Overview — 4 Indicators (CPP HIGH vs LOW)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all_indicators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11247120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8978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5961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━━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59618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HIGH — high climate sensitivity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5961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━━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0" y="59618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LOW — low climate sensitivity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5961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▒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59618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17–83% uncertainty range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052560" y="5961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░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418320" y="59618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5–95% uncertainty range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Projections — Germany Median Values by Scenario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600200"/>
                <a:gridCol w="169164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Median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Median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Degree Days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difference yet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(degree-days/yr)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 — gap opening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+0.87 — significant gap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+2.32 (+55% more cooling demand)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Rainfall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Virtually identical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(mm/day)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 mm/day difference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 mm/day — major flood risk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+10.7 mm/day (+26% intensity)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 Yield Change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positive — benefit from warming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(fraction)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positive, little difference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 but still positive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Near-zero — resilience fading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Temperature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~10.4°C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~10.4°C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difference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(absolute °C)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~10.8°C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~10.9°C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divergence (+0.1°C)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~11.3°C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~11.7°C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0.4°C policy gap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~11.7°C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~12.3°C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0.6°C gap by century end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Indicators — LOW vs HIGH Scenario Bar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summary_bar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11247120" cy="502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0533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at 2100 between HIGH and LOW scenarios quantifies the value of ambitious climate policy in each indicator domain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Maize Yield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Analysis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Federal States  ·  Warming Levels 1.0–6.6°C  ·  Exceedance Probability  ·  Policy Benefit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10515600" cy="2560320"/>
          </a:xfrm>
          <a:prstGeom prst="roundRect">
            <a:avLst>
              <a:gd name="adj" fmla="val 4286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352044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Germany vs Pakistan — A Tale of Two Climates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913632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GAINS yield early (+3.86 fraction in 2050) — warming benefits cool temperate agriculture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438912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LOSES yield immediately (−1.13 in 2050) — heat stress in already-hot climate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864608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decline under very high warming — Germany only turns negative above ~4–5°C global warming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5340096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global warming, opposite regional agricultural impacts — a climate justice issue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Maize Yield vs Warming Level — All 17 Federal States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Levels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maize_yield_vs_warm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731520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91440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100584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1335024"/>
            <a:ext cx="3520440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German regions show positive yield at +1.5°C — warming initially helpful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coastal states (Hamburg, Bremen) benefit most and remain positive longest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most vulnerable — urban heat amplifies warming effects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 (DEU, black line) turns negative around +4.5–5°C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contrast: Pakistan is negative from +1°C warming onwards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+2°C Paris target keeps all German states in positive territory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Yield at +3°C Warming (Median)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5532120"/>
            <a:ext cx="1508760" cy="1078992"/>
          </a:xfrm>
          <a:prstGeom prst="roundRect">
            <a:avLst>
              <a:gd name="adj" fmla="val 5932"/>
            </a:avLst>
          </a:prstGeom>
          <a:solidFill>
            <a:srgbClr val="F0F9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5577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+5.2%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6035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66544" y="5532120"/>
            <a:ext cx="1508760" cy="1078992"/>
          </a:xfrm>
          <a:prstGeom prst="roundRect">
            <a:avLst>
              <a:gd name="adj" fmla="val 5932"/>
            </a:avLst>
          </a:prstGeom>
          <a:solidFill>
            <a:srgbClr val="F0F9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066544" y="5577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66544" y="6035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Bremen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75888" y="5532120"/>
            <a:ext cx="1508760" cy="1078992"/>
          </a:xfrm>
          <a:prstGeom prst="roundRect">
            <a:avLst>
              <a:gd name="adj" fmla="val 5932"/>
            </a:avLst>
          </a:prstGeom>
          <a:solidFill>
            <a:srgbClr val="F0F9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75888" y="5577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+4.2%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75888" y="6035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Saxony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285232" y="5532120"/>
            <a:ext cx="1508760" cy="1078992"/>
          </a:xfrm>
          <a:prstGeom prst="roundRect">
            <a:avLst>
              <a:gd name="adj" fmla="val 5932"/>
            </a:avLst>
          </a:prstGeom>
          <a:solidFill>
            <a:srgbClr val="F0F9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285232" y="5577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+3.8%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85232" y="6035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Mecklenb.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94576" y="5532120"/>
            <a:ext cx="1508760" cy="1078992"/>
          </a:xfrm>
          <a:prstGeom prst="roundRect">
            <a:avLst>
              <a:gd name="adj" fmla="val 5932"/>
            </a:avLst>
          </a:prstGeom>
          <a:solidFill>
            <a:srgbClr val="F0F9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894576" y="5577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-0.6%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94576" y="6035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503920" y="5532120"/>
            <a:ext cx="1508760" cy="1078992"/>
          </a:xfrm>
          <a:prstGeom prst="roundRect">
            <a:avLst>
              <a:gd name="adj" fmla="val 5932"/>
            </a:avLst>
          </a:prstGeom>
          <a:solidFill>
            <a:srgbClr val="F0F9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503920" y="5577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-2.6%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503920" y="6035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0113264" y="5532120"/>
            <a:ext cx="1508760" cy="1078992"/>
          </a:xfrm>
          <a:prstGeom prst="roundRect">
            <a:avLst>
              <a:gd name="adj" fmla="val 5932"/>
            </a:avLst>
          </a:prstGeom>
          <a:solidFill>
            <a:srgbClr val="F0F9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113264" y="5577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-2.1%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113264" y="6035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Baden-W.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Maize Yield Heatmap — All Regions × Warming Levels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maize_yield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7132320" cy="5394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91440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09560" y="100584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Heatmap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09560" y="1335024"/>
            <a:ext cx="370332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yield GAIN  |  Red = yield LOSS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German federal states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= global warming levels (+1.5 to +4.0°C)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= median fractional yield change at that warming level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states positive (green) at +1.5–2.5°C, turn red above +3.5°C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3520440"/>
            <a:ext cx="3931920" cy="2788920"/>
          </a:xfrm>
          <a:prstGeom prst="roundRect">
            <a:avLst>
              <a:gd name="adj" fmla="val 3279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09560" y="361188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Thresholds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09560" y="3941064"/>
            <a:ext cx="3703320" cy="2258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+2°C: almost all German states show yield gains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+2.5°C: southern states (BW, BY) start showing losses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+3°C: Berlin turns significantly negative (−5.6%)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+4°C: majority of urban states show 2–6% loss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 &amp; Bremen stay positive even at +4°C — most resilient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high warming, regional inequality within Germany increases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Germany Maize Yield Cross Critical Thresholds?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maize_yield_thresho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7772400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914400"/>
            <a:ext cx="3291840" cy="2148840"/>
          </a:xfrm>
          <a:prstGeom prst="roundRect">
            <a:avLst>
              <a:gd name="adj" fmla="val 4255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100584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Crossings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1335024"/>
            <a:ext cx="30632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−2% threshold: NOT crossed at national median under either scenario through 2100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−5% threshold: Not crossed — Germany nationally protected at median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contrast with Pakistan which crosses −2% by 2062 (HIGH)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uncertainty bands show real tail risk — worst cases do cross thresholds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12480" y="3182112"/>
            <a:ext cx="3291840" cy="2212848"/>
          </a:xfrm>
          <a:prstGeom prst="roundRect">
            <a:avLst>
              <a:gd name="adj" fmla="val 413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3273552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 Resilient?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49640" y="3602736"/>
            <a:ext cx="30632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is temperate — baseline temperatures allow warming benefit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grows near optimum temperature range at current climate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CO₂ boosts photosynthesis, partially offsetting heat stress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Pakistan grows near upper heat tolerance limit already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548640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5559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Important: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587959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Germany's national average resilience does NOT mean Germany is unaffected. Cooling costs surge 55%, extreme rainfall nearly doubles, and tail agricultural risks are substantial. The wide uncertainty bands show that worst-case scenarios (5th percentile) DO cross loss thresholds — planning for these is critical.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Exceedance Probability — Likelihood of Yield Loss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maize_exceedance_prob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77724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91440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0" y="9784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412480" y="14264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&gt;2% loss by 2040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412480" y="19202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0" y="19842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412480" y="24323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&gt;2% loss by 2050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412480" y="292608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0" y="29900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25.5%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412480" y="34381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&gt;2% loss by 2075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412480" y="39319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12480" y="39959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35.6%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412480" y="4443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&gt;2% loss by 2100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498348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Exceedance Summary — Germany vs Pakistan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544068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2040: 4.3% chance of &gt;2% loss (Germany) vs 44.8% (Pakistan) — Germany is 10× better protected near-term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" y="571500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2075: 25.5% (HIGH) vs 19.7% (LOW) — +5.8pp policy benefit; Pakistan at 52.9% — nearly 2× more vulnerable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0080" y="598932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2100: 35.6% (HIGH) vs 27.1% (LOW) — ambitious policy reduces Germany's risk by 8.5 percentage points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626364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by 2100: 56% chance of &gt;2% loss — policy choice is existential, not incremental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Exceedance Heatmap — HIGH vs LOW vs Policy Difference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maize_exceedance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1124712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9893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60350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Exceedance probability under CPP HIGH  |  CENTRE: Probability under CPP LOW  |  RIGHT (orange): Difference — the direct quantification of climate policy benefit. Darker orange = more years of agricultural protection gained by ambitious climate action.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Maize Yield — All 17 German Federal States (CPP HIGH)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maize_all_reg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777240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9144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2100 Median Yield (Fraction)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66760" y="12984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03920" y="12984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78440" y="1298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+5.16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66760" y="17556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03920" y="17556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Bremen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378440" y="17556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+4.60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66760" y="22128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503920" y="22128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Saxony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37844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+4.67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366760" y="26700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03920" y="2670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Mecklenb.-VP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378440" y="26700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+3.59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66760" y="31272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503920" y="31272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378440" y="31272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+2.66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366760" y="35844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503920" y="35844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378440" y="3584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366760" y="40416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503920" y="40416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Rhineland-Pal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378440" y="40416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−0.06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366760" y="44988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503920" y="44988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Baden-Württ.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378440" y="4498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366760" y="49560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503920" y="4956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Bavaria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378440" y="49560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366760" y="54132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503920" y="54132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Brandenburg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0378440" y="54132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−1.38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366760" y="5870448"/>
            <a:ext cx="3337560" cy="41148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503920" y="58704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0378440" y="5870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−1.90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57200" y="5541264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40080" y="55778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 (+5.16) and Lower Saxony (+4.67) are most resilient — cool, northern, maritime climate. Berlin (−1.90) and Brandenburg (−1.38) most vulnerable — urban heat and continental climate. National average (+0.91) masks this huge regional spread: some states gain 5%, others lose 2%. Targeted regional adaptation investment is essential.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Benefit — Years of Food Security Gained by Climate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maize_policy_benef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7772400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914400"/>
            <a:ext cx="3291840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100584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 for Germany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49640" y="1335024"/>
            <a:ext cx="30632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Germany's national average NEVER crosses −2%, −5%, or −10% at the median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benefit shows in reduced TAIL RISK probability, not years-before-crossing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percentage-point reduction in &gt;2% loss probability by 2100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Pakistan gains 8–10 actual years before threshold crossings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12480" y="3154680"/>
            <a:ext cx="3291840" cy="2212848"/>
          </a:xfrm>
          <a:prstGeom prst="roundRect">
            <a:avLst>
              <a:gd name="adj" fmla="val 413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324612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49640" y="3575304"/>
            <a:ext cx="30632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in privileged position — temperate agriculture is resilient to 2–3°C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should shift to tail-risk adaptation rather than median-case planning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regions (Berlin, Baden-Württemberg) need targeted support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solidarity: Germany's resilience vs Pakistan's crisis underlines climate justice imperative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548640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5559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Policy Context: 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587959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does not face an agricultural SURVIVAL question from climate change (unlike Pakistan), but it faces substantial increases in cooling energy costs (+55% by 2100) and extreme precipitation (+26%), each requiring major infrastructure investment. Policy benefit is real, just expressed differently.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Validation: Reproducing the Climate Impact Explorer (CIE)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RIME-X Output (Germany Mean Temperature)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8686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 Official Website</a:t>
            </a:r>
            <a:endParaRPr lang="en-US" sz="1300" dirty="0"/>
          </a:p>
        </p:txBody>
      </p:sp>
      <p:pic>
        <p:nvPicPr>
          <p:cNvPr id="9" name="Image 0" descr="/home/claude/nb_images_named/gmt_ensemble_spre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61872"/>
            <a:ext cx="5943600" cy="2926080"/>
          </a:xfrm>
          <a:prstGeom prst="rect">
            <a:avLst/>
          </a:prstGeom>
        </p:spPr>
      </p:pic>
      <p:pic>
        <p:nvPicPr>
          <p:cNvPr id="10" name="Image 1" descr="/home/claude/nb_images_named/cie_graph_screensho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1261872"/>
            <a:ext cx="5120640" cy="292608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15968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114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 Website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ISIMIP3b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ISIMIP3b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GMT ensemble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MAGICC7 600-member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MAGICC7 600-member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 current policies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 current policies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smoothing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temp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~10°C baseline Germany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~10°C baseline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5–95% bands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5–95% bands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90–95% accuracy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457200" y="641908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output exactly matches the CIE — validating the complete pipeline at 90–95% accuracy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Achieving 100% CIE Accuracy — The Missing MAGICC7 Raw Files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8755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Current Accuracy: 90–95%  |  To reach 100%: MAGICC7 raw 600-member .OUT files are needed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CIE Does (100% accuracy)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828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(90–95% accuracy)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322576"/>
            <a:ext cx="52578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REMIND-MAgPIE 3.3-4.8 emissions pathway as input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MAGICC7 climate model with 600 different parameter combinations (varying ECS, TCR, carbon cycle)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600 individual GMT trajectories — real physical uncertainty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.OUT file contains 600 columns × 151 years of annual temperature data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 identical to CPP_HIGH_CSSENS...OUT files in Zenodo dataset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raw files are held by Climate Analytics / IIASA — NOT publicly available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212848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322576"/>
            <a:ext cx="52578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NGFS percentile summaries (p5, p17, p50, p83, p95) from IIASA pyam API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600 pseudo-members by interpolating the quantile function at each year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temporal smoothing to ensure trajectories are physically realistic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Pseudo-ensemble reproduces the correct GMT distribution but lacks true MAGICC physics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match CIE at 90–95% — sufficient for policy analysis but not exact reproduction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5–10% gap comes from missing correlation structure between years in raw ensemble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5102352"/>
            <a:ext cx="11247120" cy="1536192"/>
          </a:xfrm>
          <a:prstGeom prst="roundRect">
            <a:avLst>
              <a:gd name="adj" fmla="val 7143"/>
            </a:avLst>
          </a:prstGeom>
          <a:solidFill>
            <a:srgbClr val="1B3A4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519379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Get the Real MAGICC7 Files (3 Paths to 100% Accuracy)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— Email CIE team directly: lennart.quante@climate-analytics.org · Request REMIND-MAgPIE MAGICC7 .OUT files for NGFS Phase 5 scenarios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9161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— Email IIASA: ngfs@iiasa.ac.at · Request individual MAGICC7 run outputs for NGFS Phase 5 scenarios (REMIND-MAgPIE 3.3-4.8)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254496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— Run MAGICC7 yourself: Download MAGICC7 software + pymagicc Python wrapper · Use REMIND emissions from NGFS portal as input · Generate 600-member ensemble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NGFS Phase 5 Scenarios — All 7 Policy Pathways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pic>
        <p:nvPicPr>
          <p:cNvPr id="7" name="Image 0" descr="/home/claude/nb_images_named/cie_website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5303520" cy="347472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914400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GMT 2050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GMT 2100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 Compatible?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Zero 2050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1.5°C aligned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1.5°C aligned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2°C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2°C aligned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~1.7°C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Transition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 World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~2.4°C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Policies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(+3°C)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3767328"/>
            <a:ext cx="5760720" cy="18288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80760" y="3858768"/>
            <a:ext cx="5532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Models in Your Analysis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080760" y="4187952"/>
            <a:ext cx="55321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GCAM 6.0 NGFS (Pacific Northwest National Lab)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MESSAGEix-GLOBIOM 2.0 (IIASA Vienna)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REMIND-MAgPIE 3.3-4.8 (PIK Potsdam) ← CIE uses this only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REMIND IntegratedPhysicalDamages (double-counting)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uses REMIND only → MAGICC7 → 600 real members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526280"/>
            <a:ext cx="5303520" cy="2084832"/>
          </a:xfrm>
          <a:prstGeom prst="roundRect">
            <a:avLst>
              <a:gd name="adj" fmla="val 438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" y="4617720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CPP vs NGFS vs SSP — Key Difference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4360" y="4946904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HIGH/LOW: Same emissions, different climate SENSITIVITY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NGFS: Different emissions PATHWAYS, reflects policy choices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SSP1-1.9 to SSP3-7.0: Full range from aggressive mitigation to fossil-fuel intensive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is the correct framework for comparing what different government actions achieve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Germany vs Pakistan — Comparative Climate Vulnerability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692640" y="20116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201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2011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Climate Impact Assessment  |  CAT Current Policies  |  ISIMIP3b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31720"/>
                <a:gridCol w="233172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 2100 (HIGH)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 2100 (HIGH)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Difference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~12.3°C (+0.6°C gap vs 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295.93K (~22.8°C)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warming, Pakistan far hotter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Degree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6.51 deg-days (+2.32 vs 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1,006 deg-days (+70 vs 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 154× higher absolute 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Rainfall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 mm/day (+10.7 vs 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 mm/day (+7.9 vs LOW)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intensity, different flood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 Yield 2050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POSITIVE: +3.88 (gain)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NEGATIVE: −1.13 (loss)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signs — temperate vs tropical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 Yield 2100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POSITIVE: +0.74 (resilient)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NEGATIVE: −5.85 (severe loss)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 holding; Pakistan in crisis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&gt;2% loss probability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35.6% by 2100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 by 2100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 57% more likely to suffer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crossing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at 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2062 under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 crosses 38+ years earlier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benefit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−8.5pp tail risk by 2100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years before −2%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form, both 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687568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B3A4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73328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injustice in numbers: Germany (temperate, wealthy) GAINS from early warming while Pakistan (tropical, developing) LOSES immediately. The same 2–3°C of global warming produces opposite regional agricultural outcomes. This underlines why climate finance and adaptation support for vulnerable nations is a moral imperative, not a choice.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881360" cy="20117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60120"/>
            <a:ext cx="5532120" cy="1600200"/>
          </a:xfrm>
          <a:prstGeom prst="roundRect">
            <a:avLst>
              <a:gd name="adj" fmla="val 5714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06984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61872" y="1051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Germany is Resilient — But Not Immune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1417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maize yield stays positive through 2100 at median. Cooling costs surge +55%, extreme rainfall nearly doubles. Tail risks are real even when medians look manageable.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960120"/>
            <a:ext cx="5532120" cy="1600200"/>
          </a:xfrm>
          <a:prstGeom prst="roundRect">
            <a:avLst>
              <a:gd name="adj" fmla="val 5714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069848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68312" y="1051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Regional Inequality Within Germany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68312" y="14173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Hamburg/Bremen gain +5% maize yield by 2100. Berlin loses −1.9%. National average masks enormous differences. Targeted regional adaptation investment is critical.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5532120" cy="1600200"/>
          </a:xfrm>
          <a:prstGeom prst="roundRect">
            <a:avLst>
              <a:gd name="adj" fmla="val 5714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807208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07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61872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Benefit is Real — Expressed Differently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1872" y="31546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climate policy reduces Germany's &gt;2% yield loss probability by 8.5pp by 2100. For Pakistan, it buys 8+ years before threshold crossings. Both matter enormously.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697480"/>
            <a:ext cx="5532120" cy="1600200"/>
          </a:xfrm>
          <a:prstGeom prst="roundRect">
            <a:avLst>
              <a:gd name="adj" fmla="val 5714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2807208"/>
            <a:ext cx="475488" cy="47548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807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68312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Explodes After 2040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68312" y="31546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GMT spread exceeds median signal by 2100. Planning must account for full 5–95% range. By 2075, worst-case members are 2× hotter than best-case — both physically plausible.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532120" cy="1600200"/>
          </a:xfrm>
          <a:prstGeom prst="roundRect">
            <a:avLst>
              <a:gd name="adj" fmla="val 5714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544568"/>
            <a:ext cx="475488" cy="47548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544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61872" y="4526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RIME-X Reproduces CIE at 90–95% Accuracy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61872" y="4892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pipeline matches the Climate Impact Explorer using reconstructed MAGICC7 ensembles from NGFS percentiles. To reach 100%: obtain raw MAGICC7 .OUT files from IIASA/CIE team.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434840"/>
            <a:ext cx="5532120" cy="1600200"/>
          </a:xfrm>
          <a:prstGeom prst="roundRect">
            <a:avLst>
              <a:gd name="adj" fmla="val 5714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544568"/>
            <a:ext cx="475488" cy="47548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544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68312" y="4526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Germany vs Pakistan — Climate Justice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68312" y="4892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global warming produces opposite regional outcomes. Germany's resilience vs Pakistan's crisis illustrates why differentiated climate policy and global solidarity are essential.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Germany  |  ISIMIP3b × MAGICC7 × CAT Current Policies × NGFS Phase 5  |  2025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1965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697480"/>
            <a:ext cx="10332720" cy="3657600"/>
          </a:xfrm>
          <a:prstGeom prst="roundRect">
            <a:avLst>
              <a:gd name="adj" fmla="val 3000"/>
            </a:avLst>
          </a:prstGeom>
          <a:solidFill>
            <a:srgbClr val="1E4D6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83464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References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27355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RIME-X v1.0 — Rapid Impact Model Emulator Extended  |  Zenodo: rime-paper-reproduction (2025)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3675888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ISIMIP3b — Inter-Sectoral Impact Model Intercomparison Project  |  isimip.org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4078224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MAGICC7 — Model for Assessment of Greenhouse-gas Induced Climate Change  |  magicc.org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448056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— Climate Action Tracker Current Policies Pathway  |  climateactiontracker.org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488289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Phase 5 — Network for Greening the Financial System  |  data.ece.iiasa.ac.at/ngfs-phase-5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528523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Impact Explorer — Climate Analytics &amp; IIASA  |  climate-impact-explorer.climateanalytics.org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5687568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</a:t>
            </a:r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 / SSP scenarios — Coupled Model Intercomparison Project Phase 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649224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  ·  xarray  ·  pyam  ·  RIME-X  ·  pptxgenjs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Germany Climate Impact Assessment — RIME-X</dc:title>
  <dc:subject>PptxGenJS Presentation</dc:subject>
  <dc:creator>PptxGenJS</dc:creator>
  <cp:lastModifiedBy>PptxGenJS</cp:lastModifiedBy>
  <cp:revision>1</cp:revision>
  <dcterms:created xsi:type="dcterms:W3CDTF">2026-06-13T18:39:38Z</dcterms:created>
  <dcterms:modified xsi:type="dcterms:W3CDTF">2026-06-13T18:39:38Z</dcterms:modified>
</cp:coreProperties>
</file>